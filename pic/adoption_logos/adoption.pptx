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161588" cy="39401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12"/>
    <p:restoredTop sz="94519"/>
  </p:normalViewPr>
  <p:slideViewPr>
    <p:cSldViewPr snapToGrid="0">
      <p:cViewPr>
        <p:scale>
          <a:sx n="117" d="100"/>
          <a:sy n="117" d="100"/>
        </p:scale>
        <p:origin x="672" y="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EA6F-B0B4-1A29-AA93-279416BA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0A0A-D9A8-7A9B-B8A3-A64FE62E2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6DF63-2F52-0BD6-7C9B-11F03CBF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9CB0A-832F-8F38-2F52-82A88DC0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7B7AC-682E-58BE-4B63-9ABEBBE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179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8E49A-E794-245C-F8DC-E88121EB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D772B-E7EE-39AA-428C-EC02AE40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F2E69-32C0-3A14-4F7A-1B74FEE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928DC-2F83-A8B5-4BC1-0166A1D1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8860F-9C66-97EA-AFFE-B77E072C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95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11C8C-6B13-0AAE-341F-C64BAD86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CC0195-FC1A-C7CE-BC9D-BDB11536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100B2-D221-9B18-BB4D-5AE52357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30C21-F168-DE0B-7D6B-EE958A4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6202F-040C-3463-DB47-AB781F9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25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9AA61-F4B0-3394-D3E2-108FECB3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FCEED-1973-E6CB-262D-AAD57F7B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B364B-FED2-4810-80D7-26A230CD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866F2-94D0-8DC1-33DA-D11EAAA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F63A8-4731-AB70-F7E4-EB7299C0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1383CC-6478-D6F4-ECA3-9A13C369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69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4041A-0FB9-914B-4D15-17FB571F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3E2BB-1A94-E8B2-7C33-779F3BB8A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E5A22-B1D1-B21E-EE0C-7DED16E4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EF7BF5-9FAF-C5B9-48B5-52E978B0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D2542E-5317-E5B3-3066-D72D2C5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5AA13-87CA-F885-0AD1-858E912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B414F4-DC58-8140-0C09-3FEBF02D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1FD93F-18AA-DF17-0F9A-8673E92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94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48F0-07EE-63D6-9686-A0F6384E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48930D-8703-13C2-E186-EBE8DD85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A29E58-BA0F-0600-28DC-61930F24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19965-B034-E2A9-92D7-9F2BA00B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55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12E573-0D1A-3D7F-51FD-FFA2E8B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326FF-9961-DDD7-9D38-B34248CF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A3F4C-9902-2110-37CF-E2A765E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069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D4AA-5C34-1D54-6EFD-16F7C902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FBC01-BA0B-9368-680A-9BB71DF8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B65FE-338D-F2FF-6D28-803AF3ED7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95435-A2A8-D38B-A92D-E932C65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C390F-C328-7092-6137-BE910D30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C7E3A-348D-D997-0EFF-515EFECB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91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8A0A8-1E85-DC8E-7C9D-AE44895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2B8B7-A72F-8A28-ABDA-0A199D1F8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6A4D6-E3F9-AEF7-6BB8-CDB9986E3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368A8C-D183-678F-77E2-155DB30A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B068E-787F-3D5C-3D28-56C16230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5D7EB-7815-E6BB-CEFF-F3E7C8F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13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0480-9387-DF77-4672-8A6C61CE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630EA-5B1B-C896-0F35-59784803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A1E32-A226-4CC6-CDE1-E27BEB49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AE763-F3AB-8AC3-9CE3-EBCF7ACE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0EEE-EFEC-C27E-D424-3ACE8AD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03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DCD4C-9D6C-3126-9B8A-0EEB45A79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E9575-C572-3EA0-3346-6F918E59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8466C-45EB-65A9-EC0B-A4D7158E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633CA-D035-2EA0-E05D-F1FB3B99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06E7E-B337-23A5-E41E-644A9AA9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4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7EA64-3927-70FB-A6B7-843A8018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02E77-B73A-EAFE-C47A-86515422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F83C0-4758-DB53-8B93-EC801DB7E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9A9B-EC2C-F046-AB6F-3B9C9A28D3EB}" type="datetimeFigureOut">
              <a:rPr kumimoji="1" lang="zh-CN" altLang="en-US" smtClean="0"/>
              <a:t>2026/9/22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87786-F022-CBC8-F31C-1D516E56B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A810B-7FCC-EB8C-6167-B1B54A8CF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9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4" Type="http://schemas.openxmlformats.org/officeDocument/2006/relationships/image" Target="../media/image6-fallback.png"/><Relationship Id="rId25" Type="http://schemas.openxmlformats.org/officeDocument/2006/relationships/image" Target="../media/image7-fallback.png"/><Relationship Id="rId26" Type="http://schemas.openxmlformats.org/officeDocument/2006/relationships/image" Target="../media/image22-fallback.png"/><Relationship Id="rId27" Type="http://schemas.openxmlformats.org/officeDocument/2006/relationships/image" Target="../media/metax-logo.png"/><Relationship Id="rId28" Type="http://schemas.openxmlformats.org/officeDocument/2006/relationships/image" Target="../media/metax-logo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7C9E2-37BD-A3A1-D839-9E5F26CBB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0E3F2B-EAC0-41A7-D5C9-8BE08E995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95" b="25747"/>
          <a:stretch>
            <a:fillRect/>
          </a:stretch>
        </p:blipFill>
        <p:spPr>
          <a:xfrm>
            <a:off x="3648571" y="1844470"/>
            <a:ext cx="2782577" cy="4827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DF1278-3C8B-71D8-5533-812FD0709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8" t="39941" r="11841" b="40740"/>
          <a:stretch>
            <a:fillRect/>
          </a:stretch>
        </p:blipFill>
        <p:spPr>
          <a:xfrm>
            <a:off x="240830" y="2594010"/>
            <a:ext cx="2404578" cy="3169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420AFE-950E-8A03-DC70-B87B00414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322" y="838258"/>
            <a:ext cx="1907087" cy="58534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1779EB8-48AB-E8B3-5B0E-7AC6786ED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30" y="1857034"/>
            <a:ext cx="1586143" cy="4575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B8FF781-B594-06CD-EC4A-9CF8D0C627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71" t="34670" r="12418" b="38022"/>
          <a:stretch>
            <a:fillRect/>
          </a:stretch>
        </p:blipFill>
        <p:spPr>
          <a:xfrm>
            <a:off x="3407996" y="879080"/>
            <a:ext cx="2110965" cy="503701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35542273-356E-C07F-8208-864BD951F6D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0771" t="37311" r="10558" b="35966"/>
          <a:stretch>
            <a:fillRect/>
          </a:stretch>
        </p:blipFill>
        <p:spPr>
          <a:xfrm>
            <a:off x="2239284" y="185316"/>
            <a:ext cx="1750000" cy="396289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468CC0A1-702E-C3A0-5E58-F953FA1EFDD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3647" y="223399"/>
            <a:ext cx="1750000" cy="3201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6ACE9B-DFC6-9AD6-FF52-F5D65CDC71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8424" y="3280888"/>
            <a:ext cx="1465605" cy="46176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49E893D-D482-6BEE-64DD-CEB19D1D116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870" t="13758" r="14181" b="13385"/>
          <a:stretch>
            <a:fillRect/>
          </a:stretch>
        </p:blipFill>
        <p:spPr>
          <a:xfrm>
            <a:off x="279128" y="913333"/>
            <a:ext cx="896384" cy="4351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EF5807-AA05-59B9-A03F-B525DB7C965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426" t="8849" r="5021" b="9599"/>
          <a:stretch>
            <a:fillRect/>
          </a:stretch>
        </p:blipFill>
        <p:spPr>
          <a:xfrm>
            <a:off x="5777012" y="3277771"/>
            <a:ext cx="1648048" cy="46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0CA1160-36DA-51D0-E8DD-244E55C66C9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691" t="20375" r="19382" b="19905"/>
          <a:stretch>
            <a:fillRect/>
          </a:stretch>
        </p:blipFill>
        <p:spPr>
          <a:xfrm>
            <a:off x="8898454" y="1793945"/>
            <a:ext cx="588637" cy="53322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B386E92-2208-2880-31B2-B1736A489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170" y="201202"/>
            <a:ext cx="1524774" cy="36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高德地图logo">
            <a:extLst>
              <a:ext uri="{FF2B5EF4-FFF2-40B4-BE49-F238E27FC236}">
                <a16:creationId xmlns:a16="http://schemas.microsoft.com/office/drawing/2014/main" id="{F30FE727-A6AE-4A00-463D-3DFFA5C8A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" t="12648" r="8100" b="16755"/>
          <a:stretch>
            <a:fillRect/>
          </a:stretch>
        </p:blipFill>
        <p:spPr bwMode="auto">
          <a:xfrm>
            <a:off x="3121823" y="2518478"/>
            <a:ext cx="1848368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bout - Vingroup Company">
            <a:extLst>
              <a:ext uri="{FF2B5EF4-FFF2-40B4-BE49-F238E27FC236}">
                <a16:creationId xmlns:a16="http://schemas.microsoft.com/office/drawing/2014/main" id="{E8C9CAE3-09E2-1033-3B07-EA7C0792E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9" y="1866598"/>
            <a:ext cx="2967160" cy="4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3FC978A-CE97-C1BA-57B3-CF4C9FF3FB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6606" y="2543433"/>
            <a:ext cx="1293579" cy="418090"/>
          </a:xfrm>
          <a:prstGeom prst="rect">
            <a:avLst/>
          </a:prstGeom>
        </p:spPr>
      </p:pic>
      <p:pic>
        <p:nvPicPr>
          <p:cNvPr id="18" name="Picture 4" descr="文档中心">
            <a:extLst>
              <a:ext uri="{FF2B5EF4-FFF2-40B4-BE49-F238E27FC236}">
                <a16:creationId xmlns:a16="http://schemas.microsoft.com/office/drawing/2014/main" id="{45B50817-66A2-0F2D-5EC9-213978DF3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0" t="25424" r="17197" b="25633"/>
          <a:stretch>
            <a:fillRect/>
          </a:stretch>
        </p:blipFill>
        <p:spPr bwMode="auto">
          <a:xfrm>
            <a:off x="3143942" y="3277771"/>
            <a:ext cx="1789707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ta Dynamics (Beijing) Technology Co., Ltd._Baiduwiki">
            <a:extLst>
              <a:ext uri="{FF2B5EF4-FFF2-40B4-BE49-F238E27FC236}">
                <a16:creationId xmlns:a16="http://schemas.microsoft.com/office/drawing/2014/main" id="{28FD848C-4471-3686-FD6C-B8F97229D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7" t="22082" r="13186" b="19595"/>
          <a:stretch>
            <a:fillRect/>
          </a:stretch>
        </p:blipFill>
        <p:spPr bwMode="auto">
          <a:xfrm>
            <a:off x="8733547" y="2518478"/>
            <a:ext cx="918453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File:Intel logo (2006-2020).svg - Wikimedia Commons">
            <a:extLst>
              <a:ext uri="{FF2B5EF4-FFF2-40B4-BE49-F238E27FC236}">
                <a16:creationId xmlns:a16="http://schemas.microsoft.com/office/drawing/2014/main" id="{7D01A70D-3C7A-A52E-D1D2-14886AA069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4548" y="103488"/>
            <a:ext cx="850746" cy="559945"/>
          </a:xfrm>
          <a:prstGeom prst="rect">
            <a:avLst/>
          </a:prstGeom>
        </p:spPr>
      </p:pic>
      <p:pic>
        <p:nvPicPr>
          <p:cNvPr id="16" name="图片 15" descr="Kunlunxin - Wikipedia">
            <a:extLst>
              <a:ext uri="{FF2B5EF4-FFF2-40B4-BE49-F238E27FC236}">
                <a16:creationId xmlns:a16="http://schemas.microsoft.com/office/drawing/2014/main" id="{2D61D03C-097E-48C4-BA9C-7C5C2BA8FA8A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4011" t="7424" r="4929" b="7772"/>
          <a:stretch>
            <a:fillRect/>
          </a:stretch>
        </p:blipFill>
        <p:spPr>
          <a:xfrm>
            <a:off x="1473873" y="869459"/>
            <a:ext cx="1635762" cy="522942"/>
          </a:xfrm>
          <a:prstGeom prst="rect">
            <a:avLst/>
          </a:prstGeom>
        </p:spPr>
      </p:pic>
      <p:pic>
        <p:nvPicPr>
          <p:cNvPr id="21" name="图片 20" descr="世纪华通旗下基金领投贝塔无限新一轮融资，押注消费级通用具身智能">
            <a:extLst>
              <a:ext uri="{FF2B5EF4-FFF2-40B4-BE49-F238E27FC236}">
                <a16:creationId xmlns:a16="http://schemas.microsoft.com/office/drawing/2014/main" id="{0E806B49-9F34-B45F-4683-11CE8089E069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7712" t="38909" r="17115" b="34818"/>
          <a:stretch>
            <a:fillRect/>
          </a:stretch>
        </p:blipFill>
        <p:spPr>
          <a:xfrm>
            <a:off x="279128" y="3277771"/>
            <a:ext cx="2021451" cy="468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03C9EDA-00D9-B52C-F9AE-4F5F52FF0E5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3112" t="33092" r="3700" b="27044"/>
          <a:stretch>
            <a:fillRect/>
          </a:stretch>
        </p:blipFill>
        <p:spPr>
          <a:xfrm>
            <a:off x="7216601" y="2550957"/>
            <a:ext cx="1040530" cy="403042"/>
          </a:xfrm>
          <a:prstGeom prst="rect">
            <a:avLst/>
          </a:prstGeom>
        </p:spPr>
      </p:pic>
      <p:pic>
        <p:nvPicPr>
          <p:cNvPr id="100" name="Biren Technology" descr="壁仞科技 / BIREN TECHNOLOGY">
            <a:extLst>
              <a:ext uri="{FF2B5EF4-FFF2-40B4-BE49-F238E27FC236}">
                <a16:creationId xmlns:a16="http://schemas.microsoft.com/office/drawing/2014/main" id="{48B33105-2852-5FB5-3CA4-7D35EA6A8A8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022771" y="874324"/>
            <a:ext cx="1796241" cy="513212"/>
          </a:xfrm>
          <a:prstGeom prst="rect">
            <a:avLst/>
          </a:prstGeom>
        </p:spPr>
      </p:pic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FF468620-0AC0-2013-3E57-FC8445870CF5}"/>
              </a:ext>
            </a:extLst>
          </p:cNvPr>
          <p:cNvCxnSpPr/>
          <p:nvPr/>
        </p:nvCxnSpPr>
        <p:spPr>
          <a:xfrm>
            <a:off x="240829" y="1661276"/>
            <a:ext cx="957818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MetaX" descr="MetaX 沐曦 — https://www.metax-tech.com/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986194" y="171826"/>
            <a:ext cx="1750000" cy="42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11</cp:revision>
  <dcterms:created xsi:type="dcterms:W3CDTF">2026-03-20T05:53:04Z</dcterms:created>
  <dcterms:modified xsi:type="dcterms:W3CDTF">2026-09-22T11:38:33Z</dcterms:modified>
</cp:coreProperties>
</file>