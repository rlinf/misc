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0162000" cy="3940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45"/>
    <p:restoredTop sz="94586"/>
  </p:normalViewPr>
  <p:slideViewPr>
    <p:cSldViewPr snapToGrid="0">
      <p:cViewPr>
        <p:scale>
          <a:sx n="66" d="100"/>
          <a:sy n="66" d="100"/>
        </p:scale>
        <p:origin x="2184" y="14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7CEA6F-B0B4-1A29-AA93-279416BA83A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66690A0A-D9A8-7A9B-B8A3-A64FE62E29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566DF63-2F52-0BD6-7C9B-11F03CBF3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5D9CB0A-832F-8F38-2F52-82A88DC0BC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6F7B7AC-682E-58BE-4B63-9ABEBBEAF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561793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18E49A-E794-245C-F8DC-E88121EB50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9FD772B-E7EE-39AA-428C-EC02AE40CC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7E5F2E69-32C0-3A14-4F7A-1B74FEEAA5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3928DC-2F83-A8B5-4BC1-0166A1D1F0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F28860F-9C66-97EA-AFFE-B77E072C09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419594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CA11C8C-6B13-0AAE-341F-C64BAD86A9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4CC0195-FC1A-C7CE-BC9D-BDB11536D2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7B100B2-D221-9B18-BB4D-5AE523572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0730C21-F168-DE0B-7D6B-EE958A4F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726202F-040C-3463-DB47-AB781F90A2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432592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69AA61-F4B0-3394-D3E2-108FECB3C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B2FCEED-1973-E6CB-262D-AAD57F7BAA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42DB364B-FED2-4810-80D7-26A230CD05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2D866F2-94D0-8DC1-33DA-D11EAAAA5C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62F63A8-4731-AB70-F7E4-EB7299C07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981383CC-6478-D6F4-ECA3-9A13C36934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936966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934041A-0FB9-914B-4D15-17FB571F8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443E2BB-1A94-E8B2-7C33-779F3BB8A3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63E5A22-B1D1-B21E-EE0C-7DED16E45A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DBEF7BF5-9FAF-C5B9-48B5-52E978B0236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25D2542E-5317-E5B3-3066-D72D2C5F763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49A5AA13-87CA-F885-0AD1-858E91261D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5B414F4-DC58-8140-0C09-3FEBF02DAD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021FD93F-18AA-DF17-0F9A-8673E927A0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94867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8048F0-07EE-63D6-9686-A0F6384E6C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C48930D-8703-13C2-E186-EBE8DD85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DA29E58-BA0F-0600-28DC-61930F245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B619965-B034-E2A9-92D7-9F2BA00B0F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445512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E312E573-0D1A-3D7F-51FD-FFA2E8B9D4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88326FF-9961-DDD7-9D38-B34248CF8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9A3F4C-9902-2110-37CF-E2A765E577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106958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69ED4AA-5C34-1D54-6EFD-16F7C902BC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86FBC01-BA0B-9368-680A-9BB71DF896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016B65FE-338D-F2FF-6D28-803AF3ED75F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8C95435-A2A8-D38B-A92D-E932C65DD7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235C390F-C328-7092-6137-BE910D305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FCC7E3A-348D-D997-0EFF-515EFECB2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719135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08A0A8-1E85-DC8E-7C9D-AE44895BD2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0A32B8B7-A72F-8A28-ABDA-0A199D1F88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FD26A4D6-E3F9-AEF7-6BB8-CDB9986E35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51368A8C-D183-678F-77E2-155DB30AD8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24B068E-787F-3D5C-3D28-56C162302A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C65D7EB-7815-E6BB-CEFF-F3E7C8FE8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091311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81A0480-9387-DF77-4672-8A6C61CE7E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945630EA-5B1B-C896-0F35-597848036C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12A1E32-A226-4CC6-CDE1-E27BEB49CA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79AE763-F3AB-8AC3-9CE3-EBCF7ACE01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3A0EEE-EFEC-C27E-D424-3ACE8ADDC8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3030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D2DCD4C-9D6C-3126-9B8A-0EEB45A793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B3E9575-C572-3EA0-3346-6F918E596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DB8466C-45EB-65A9-EC0B-A4D7158E33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6E633CA-D035-2EA0-E05D-F1FB3B99D1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1E06E7E-B337-23A5-E41E-644A9AA9CC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9845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3397EA64-3927-70FB-A6B7-843A801808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6502E77-B73A-EAFE-C47A-86515422BF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C28F83C0-4758-DB53-8B93-EC801DB7E95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119A9B-EC2C-F046-AB6F-3B9C9A28D3EB}" type="datetimeFigureOut">
              <a:rPr kumimoji="1" lang="zh-CN" altLang="en-US" smtClean="0"/>
              <a:t>2026/7/23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887786-F022-CBC8-F31C-1D516E56B39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16A810B-7FCC-EB8C-6167-B1B54A8CF7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E39DDED-81CE-E441-B18A-59746423C5F4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8599270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8" Type="http://schemas.openxmlformats.org/officeDocument/2006/relationships/image" Target="../media/image7.svg"/><Relationship Id="rId13" Type="http://schemas.openxmlformats.org/officeDocument/2006/relationships/image" Target="../media/image12.jpeg"/><Relationship Id="rId18" Type="http://schemas.openxmlformats.org/officeDocument/2006/relationships/image" Target="../media/image17.png"/><Relationship Id="rId3" Type="http://schemas.openxmlformats.org/officeDocument/2006/relationships/image" Target="../media/image2.png"/><Relationship Id="rId21" Type="http://schemas.openxmlformats.org/officeDocument/2006/relationships/image" Target="../media/image20.jpeg"/><Relationship Id="rId7" Type="http://schemas.openxmlformats.org/officeDocument/2006/relationships/image" Target="../media/image6.jpe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png"/><Relationship Id="rId20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jpg"/><Relationship Id="rId15" Type="http://schemas.openxmlformats.org/officeDocument/2006/relationships/image" Target="../media/image14.png"/><Relationship Id="rId23" Type="http://schemas.openxmlformats.org/officeDocument/2006/relationships/image" Target="../media/image22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png"/><Relationship Id="rId24" Type="http://schemas.openxmlformats.org/officeDocument/2006/relationships/image" Target="../media/huawei-fallback.png"/><Relationship Id="rId25" Type="http://schemas.openxmlformats.org/officeDocument/2006/relationships/image" Target="../media/nvidia-fallback.png"/><Relationship Id="rId26" Type="http://schemas.openxmlformats.org/officeDocument/2006/relationships/image" Target="../media/biren-logo.svg"/><Relationship Id="rId27" Type="http://schemas.openxmlformats.org/officeDocument/2006/relationships/image" Target="../media/biren-fallback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6EB0309D-8104-200B-9E07-E367F7E9AB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495" b="25747"/>
          <a:stretch>
            <a:fillRect/>
          </a:stretch>
        </p:blipFill>
        <p:spPr>
          <a:xfrm>
            <a:off x="5627338" y="147995"/>
            <a:ext cx="2697824" cy="46800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786DBC9-111F-9FB1-46A9-32113F806B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3158" t="39941" r="11841" b="40740"/>
          <a:stretch>
            <a:fillRect/>
          </a:stretch>
        </p:blipFill>
        <p:spPr>
          <a:xfrm>
            <a:off x="2761381" y="223826"/>
            <a:ext cx="2731298" cy="360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62A720D6-E24D-C300-69B3-9BED891354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266" y="930111"/>
            <a:ext cx="1524774" cy="468000"/>
          </a:xfrm>
          <a:prstGeom prst="rect">
            <a:avLst/>
          </a:prstGeom>
        </p:spPr>
      </p:pic>
      <p:pic>
        <p:nvPicPr>
          <p:cNvPr id="15" name="图片 14">
            <a:extLst>
              <a:ext uri="{FF2B5EF4-FFF2-40B4-BE49-F238E27FC236}">
                <a16:creationId xmlns:a16="http://schemas.microsoft.com/office/drawing/2014/main" id="{13C43218-0962-6866-FA66-9214F47D21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59821" y="179442"/>
            <a:ext cx="1497493" cy="432000"/>
          </a:xfrm>
          <a:prstGeom prst="rect">
            <a:avLst/>
          </a:prstGeom>
        </p:spPr>
      </p:pic>
      <p:pic>
        <p:nvPicPr>
          <p:cNvPr id="17" name="图片 16">
            <a:extLst>
              <a:ext uri="{FF2B5EF4-FFF2-40B4-BE49-F238E27FC236}">
                <a16:creationId xmlns:a16="http://schemas.microsoft.com/office/drawing/2014/main" id="{32102840-5AA3-83DC-2EA8-C1E2A255BA4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t="23986" b="19317"/>
          <a:stretch>
            <a:fillRect/>
          </a:stretch>
        </p:blipFill>
        <p:spPr>
          <a:xfrm>
            <a:off x="204464" y="219995"/>
            <a:ext cx="2450710" cy="360000"/>
          </a:xfrm>
          <a:prstGeom prst="rect">
            <a:avLst/>
          </a:prstGeom>
        </p:spPr>
      </p:pic>
      <p:pic>
        <p:nvPicPr>
          <p:cNvPr id="3" name="图片 2">
            <a:extLst>
              <a:ext uri="{FF2B5EF4-FFF2-40B4-BE49-F238E27FC236}">
                <a16:creationId xmlns:a16="http://schemas.microsoft.com/office/drawing/2014/main" id="{831790C4-D082-6E8F-5B7A-7A1A34264729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l="11371" t="34670" r="12418" b="38022"/>
          <a:stretch>
            <a:fillRect/>
          </a:stretch>
        </p:blipFill>
        <p:spPr>
          <a:xfrm>
            <a:off x="2356325" y="930111"/>
            <a:ext cx="1961345" cy="468000"/>
          </a:xfrm>
          <a:prstGeom prst="rect">
            <a:avLst/>
          </a:prstGeom>
        </p:spPr>
      </p:pic>
      <p:pic>
        <p:nvPicPr>
          <p:cNvPr id="4" name="图形 3">
            <a:extLst>
              <a:ext uri="{FF2B5EF4-FFF2-40B4-BE49-F238E27FC236}">
                <a16:creationId xmlns:a16="http://schemas.microsoft.com/office/drawing/2014/main" id="{84EE99EC-71FF-F3E3-348F-52E1D05CF987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l="10771" t="37311" r="10558" b="35966"/>
          <a:stretch>
            <a:fillRect/>
          </a:stretch>
        </p:blipFill>
        <p:spPr>
          <a:xfrm>
            <a:off x="4824955" y="930111"/>
            <a:ext cx="2066676" cy="468000"/>
          </a:xfrm>
          <a:prstGeom prst="rect">
            <a:avLst/>
          </a:prstGeom>
        </p:spPr>
      </p:pic>
      <p:pic>
        <p:nvPicPr>
          <p:cNvPr id="7" name="图形 6">
            <a:extLst>
              <a:ext uri="{FF2B5EF4-FFF2-40B4-BE49-F238E27FC236}">
                <a16:creationId xmlns:a16="http://schemas.microsoft.com/office/drawing/2014/main" id="{4269FE35-C4B8-7154-6E5C-11728C946E1A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398915" y="930111"/>
            <a:ext cx="2558399" cy="468000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3F5F10CC-841A-A4AB-F381-D9ECD445F9C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24266" y="1744396"/>
            <a:ext cx="1485391" cy="468000"/>
          </a:xfrm>
          <a:prstGeom prst="rect">
            <a:avLst/>
          </a:prstGeom>
        </p:spPr>
      </p:pic>
      <p:pic>
        <p:nvPicPr>
          <p:cNvPr id="2" name="图片 1">
            <a:extLst>
              <a:ext uri="{FF2B5EF4-FFF2-40B4-BE49-F238E27FC236}">
                <a16:creationId xmlns:a16="http://schemas.microsoft.com/office/drawing/2014/main" id="{99F77CDC-EAD5-9896-CC8B-7F9E766D235F}"/>
              </a:ext>
            </a:extLst>
          </p:cNvPr>
          <p:cNvPicPr>
            <a:picLocks noChangeAspect="1"/>
          </p:cNvPicPr>
          <p:nvPr/>
        </p:nvPicPr>
        <p:blipFill>
          <a:blip r:embed="rId11"/>
          <a:srcRect l="13870" t="13758" r="14181" b="13385"/>
          <a:stretch>
            <a:fillRect/>
          </a:stretch>
        </p:blipFill>
        <p:spPr>
          <a:xfrm>
            <a:off x="2575001" y="1744396"/>
            <a:ext cx="963953" cy="468000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CCDC36FC-A42E-2E49-D21A-221942802DF7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l="3426" t="8849" r="5021" b="9599"/>
          <a:stretch>
            <a:fillRect/>
          </a:stretch>
        </p:blipFill>
        <p:spPr>
          <a:xfrm>
            <a:off x="4304298" y="1744396"/>
            <a:ext cx="1648048" cy="468000"/>
          </a:xfrm>
          <a:prstGeom prst="rect">
            <a:avLst/>
          </a:prstGeom>
        </p:spPr>
      </p:pic>
      <p:pic>
        <p:nvPicPr>
          <p:cNvPr id="14" name="图片 13">
            <a:extLst>
              <a:ext uri="{FF2B5EF4-FFF2-40B4-BE49-F238E27FC236}">
                <a16:creationId xmlns:a16="http://schemas.microsoft.com/office/drawing/2014/main" id="{F4D3A0D7-27AE-C3E5-E95B-68A220802F8F}"/>
              </a:ext>
            </a:extLst>
          </p:cNvPr>
          <p:cNvPicPr>
            <a:picLocks noChangeAspect="1"/>
          </p:cNvPicPr>
          <p:nvPr/>
        </p:nvPicPr>
        <p:blipFill>
          <a:blip r:embed="rId13"/>
          <a:srcRect l="14691" t="20375" r="19382" b="19905"/>
          <a:stretch>
            <a:fillRect/>
          </a:stretch>
        </p:blipFill>
        <p:spPr>
          <a:xfrm>
            <a:off x="6717690" y="1744396"/>
            <a:ext cx="516632" cy="468000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5CCF0391-A786-7B3D-47FB-7B9C7B3DB4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99667" y="1744396"/>
            <a:ext cx="195764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高德地图logo">
            <a:extLst>
              <a:ext uri="{FF2B5EF4-FFF2-40B4-BE49-F238E27FC236}">
                <a16:creationId xmlns:a16="http://schemas.microsoft.com/office/drawing/2014/main" id="{B7B45763-A296-20E5-096F-34F16D17E05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84" t="12648" r="8100" b="16755"/>
          <a:stretch>
            <a:fillRect/>
          </a:stretch>
        </p:blipFill>
        <p:spPr bwMode="auto">
          <a:xfrm>
            <a:off x="324266" y="2488349"/>
            <a:ext cx="1848368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About - Vingroup Company">
            <a:extLst>
              <a:ext uri="{FF2B5EF4-FFF2-40B4-BE49-F238E27FC236}">
                <a16:creationId xmlns:a16="http://schemas.microsoft.com/office/drawing/2014/main" id="{0A3329B4-47E5-2254-71B7-56FB36300D4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3343" y="2488349"/>
            <a:ext cx="3167163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图片 11">
            <a:extLst>
              <a:ext uri="{FF2B5EF4-FFF2-40B4-BE49-F238E27FC236}">
                <a16:creationId xmlns:a16="http://schemas.microsoft.com/office/drawing/2014/main" id="{2A27ED8F-264C-5776-AC9F-B9B3E945E297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33641" y="2488349"/>
            <a:ext cx="1448000" cy="468000"/>
          </a:xfrm>
          <a:prstGeom prst="rect">
            <a:avLst/>
          </a:prstGeom>
        </p:spPr>
      </p:pic>
      <p:pic>
        <p:nvPicPr>
          <p:cNvPr id="18" name="Picture 4" descr="文档中心">
            <a:extLst>
              <a:ext uri="{FF2B5EF4-FFF2-40B4-BE49-F238E27FC236}">
                <a16:creationId xmlns:a16="http://schemas.microsoft.com/office/drawing/2014/main" id="{95E91AB5-B259-7790-131C-49FEC7A3617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370" t="25424" r="17197" b="25633"/>
          <a:stretch>
            <a:fillRect/>
          </a:stretch>
        </p:blipFill>
        <p:spPr bwMode="auto">
          <a:xfrm>
            <a:off x="8167607" y="2488349"/>
            <a:ext cx="1789707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Vita Dynamics (Beijing) Technology Co., Ltd._Baiduwiki">
            <a:extLst>
              <a:ext uri="{FF2B5EF4-FFF2-40B4-BE49-F238E27FC236}">
                <a16:creationId xmlns:a16="http://schemas.microsoft.com/office/drawing/2014/main" id="{3C7B266C-8953-1422-4099-4010888B79B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377" t="22082" r="13186" b="19595"/>
          <a:stretch>
            <a:fillRect/>
          </a:stretch>
        </p:blipFill>
        <p:spPr bwMode="auto">
          <a:xfrm>
            <a:off x="324266" y="3256397"/>
            <a:ext cx="918453" cy="46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图片 9" descr="File:Intel logo (2006-2020).svg - Wikimedia Commons">
            <a:extLst>
              <a:ext uri="{FF2B5EF4-FFF2-40B4-BE49-F238E27FC236}">
                <a16:creationId xmlns:a16="http://schemas.microsoft.com/office/drawing/2014/main" id="{996C534F-D070-6C9D-52CA-822D9CD647E8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521938" y="3202672"/>
            <a:ext cx="874303" cy="575450"/>
          </a:xfrm>
          <a:prstGeom prst="rect">
            <a:avLst/>
          </a:prstGeom>
        </p:spPr>
      </p:pic>
      <p:pic>
        <p:nvPicPr>
          <p:cNvPr id="16" name="图片 15" descr="Kunlunxin - Wikipedia">
            <a:extLst>
              <a:ext uri="{FF2B5EF4-FFF2-40B4-BE49-F238E27FC236}">
                <a16:creationId xmlns:a16="http://schemas.microsoft.com/office/drawing/2014/main" id="{6FB6793E-DA14-6999-9DC6-C6143FD94F88}"/>
              </a:ext>
            </a:extLst>
          </p:cNvPr>
          <p:cNvPicPr>
            <a:picLocks noChangeAspect="1"/>
          </p:cNvPicPr>
          <p:nvPr/>
        </p:nvPicPr>
        <p:blipFill>
          <a:blip r:embed="rId21"/>
          <a:srcRect l="4011" t="7424" r="4929" b="7772"/>
          <a:stretch>
            <a:fillRect/>
          </a:stretch>
        </p:blipFill>
        <p:spPr>
          <a:xfrm>
            <a:off x="2675461" y="3238397"/>
            <a:ext cx="1576512" cy="504000"/>
          </a:xfrm>
          <a:prstGeom prst="rect">
            <a:avLst/>
          </a:prstGeom>
        </p:spPr>
      </p:pic>
      <p:pic>
        <p:nvPicPr>
          <p:cNvPr id="21" name="图片 20" descr="世纪华通旗下基金领投贝塔无限新一轮融资，押注消费级通用具身智能">
            <a:extLst>
              <a:ext uri="{FF2B5EF4-FFF2-40B4-BE49-F238E27FC236}">
                <a16:creationId xmlns:a16="http://schemas.microsoft.com/office/drawing/2014/main" id="{2EA3EE31-223A-BC37-1FCE-B5FC147C6589}"/>
              </a:ext>
            </a:extLst>
          </p:cNvPr>
          <p:cNvPicPr>
            <a:picLocks noChangeAspect="1"/>
          </p:cNvPicPr>
          <p:nvPr/>
        </p:nvPicPr>
        <p:blipFill>
          <a:blip r:embed="rId22"/>
          <a:srcRect l="17712" t="38909" r="17115" b="34818"/>
          <a:stretch>
            <a:fillRect/>
          </a:stretch>
        </p:blipFill>
        <p:spPr>
          <a:xfrm>
            <a:off x="4531192" y="3256397"/>
            <a:ext cx="2021451" cy="468000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98072538-67CC-BE59-9D78-B7CFFDABF7D8}"/>
              </a:ext>
            </a:extLst>
          </p:cNvPr>
          <p:cNvPicPr>
            <a:picLocks noChangeAspect="1"/>
          </p:cNvPicPr>
          <p:nvPr/>
        </p:nvPicPr>
        <p:blipFill>
          <a:blip r:embed="rId23"/>
          <a:srcRect l="3112" t="33092" r="3700" b="27044"/>
          <a:stretch>
            <a:fillRect/>
          </a:stretch>
        </p:blipFill>
        <p:spPr>
          <a:xfrm>
            <a:off x="6831863" y="3256397"/>
            <a:ext cx="1208232" cy="468000"/>
          </a:xfrm>
          <a:prstGeom prst="rect">
            <a:avLst/>
          </a:prstGeom>
        </p:spPr>
      </p:pic>
      <p:pic>
        <p:nvPicPr>
          <p:cNvPr id="100" name="Biren Technology" descr="壁仞科技 / BIREN TECHNOLOGY"/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8319314" y="3256397"/>
            <a:ext cx="1638000" cy="46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660223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177</TotalTime>
  <Words>0</Words>
  <Application>Microsoft Macintosh PowerPoint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5" baseType="lpstr">
      <vt:lpstr>等线</vt:lpstr>
      <vt:lpstr>等线 Light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10</cp:revision>
  <dcterms:created xsi:type="dcterms:W3CDTF">2026-03-20T05:53:04Z</dcterms:created>
  <dcterms:modified xsi:type="dcterms:W3CDTF">2026-07-23T10:51:41Z</dcterms:modified>
</cp:coreProperties>
</file>