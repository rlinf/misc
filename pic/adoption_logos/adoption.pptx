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7"/>
    <p:restoredTop sz="94597"/>
  </p:normalViewPr>
  <p:slideViewPr>
    <p:cSldViewPr snapToGrid="0">
      <p:cViewPr varScale="1">
        <p:scale>
          <a:sx n="98" d="100"/>
          <a:sy n="98" d="100"/>
        </p:scale>
        <p:origin x="20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2026/5/24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582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658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1365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614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654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1365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1365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1365111"/>
            <a:ext cx="2558399" cy="4680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5F10CC-841A-A4AB-F381-D9ECD445F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266" y="2179396"/>
            <a:ext cx="1485391" cy="468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9F77CDC-EAD5-9896-CC8B-7F9E766D23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3870" t="13758" r="14181" b="13385"/>
          <a:stretch>
            <a:fillRect/>
          </a:stretch>
        </p:blipFill>
        <p:spPr>
          <a:xfrm>
            <a:off x="2575001" y="2179396"/>
            <a:ext cx="963953" cy="46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DC36FC-A42E-2E49-D21A-221942802DF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426" t="8849" r="5021" b="9599"/>
          <a:stretch>
            <a:fillRect/>
          </a:stretch>
        </p:blipFill>
        <p:spPr>
          <a:xfrm>
            <a:off x="4304298" y="2179396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4D3A0D7-27AE-C3E5-E95B-68A220802F8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4691" t="20375" r="19382" b="19905"/>
          <a:stretch>
            <a:fillRect/>
          </a:stretch>
        </p:blipFill>
        <p:spPr>
          <a:xfrm>
            <a:off x="6717690" y="2179396"/>
            <a:ext cx="516632" cy="46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CCF0391-A786-7B3D-47FB-7B9C7B3DB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9667" y="2179396"/>
            <a:ext cx="195764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Map Global - APK Download for Android | Aptoide">
            <a:extLst>
              <a:ext uri="{FF2B5EF4-FFF2-40B4-BE49-F238E27FC236}">
                <a16:creationId xmlns:a16="http://schemas.microsoft.com/office/drawing/2014/main" id="{66EF2695-0CB7-B8B0-9031-54F6CEEFC9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679" y="2983784"/>
            <a:ext cx="503999" cy="50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7</cp:revision>
  <dcterms:created xsi:type="dcterms:W3CDTF">2026-03-20T05:53:04Z</dcterms:created>
  <dcterms:modified xsi:type="dcterms:W3CDTF">2026-05-24T01:57:01Z</dcterms:modified>
</cp:coreProperties>
</file>