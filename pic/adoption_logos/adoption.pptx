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7"/>
    <p:restoredTop sz="94597"/>
  </p:normalViewPr>
  <p:slideViewPr>
    <p:cSldViewPr snapToGrid="0">
      <p:cViewPr varScale="1">
        <p:scale>
          <a:sx n="107" d="100"/>
          <a:sy n="107" d="100"/>
        </p:scale>
        <p:origin x="8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266" y="2179396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2575001" y="2179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4304298" y="2179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6717690" y="2179396"/>
            <a:ext cx="516632" cy="46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CCF0391-A786-7B3D-47FB-7B9C7B3DB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9667" y="2179396"/>
            <a:ext cx="195764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6</cp:revision>
  <dcterms:created xsi:type="dcterms:W3CDTF">2026-03-20T05:53:04Z</dcterms:created>
  <dcterms:modified xsi:type="dcterms:W3CDTF">2026-05-07T03:17:53Z</dcterms:modified>
</cp:coreProperties>
</file>