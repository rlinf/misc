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0161588" cy="39401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812"/>
    <p:restoredTop sz="94519"/>
  </p:normalViewPr>
  <p:slideViewPr>
    <p:cSldViewPr snapToGrid="0">
      <p:cViewPr>
        <p:scale>
          <a:sx n="117" d="100"/>
          <a:sy n="117" d="100"/>
        </p:scale>
        <p:origin x="672" y="1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svg"/><Relationship Id="rId12" Type="http://schemas.openxmlformats.org/officeDocument/2006/relationships/image" Target="../media/image11.jpe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5" Type="http://schemas.openxmlformats.org/officeDocument/2006/relationships/image" Target="../media/image14.pn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7C9E2-37BD-A3A1-D839-9E5F26CBB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B0E3F2B-EAC0-41A7-D5C9-8BE08E995F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3648571" y="1844470"/>
            <a:ext cx="2782577" cy="48270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1DF1278-3C8B-71D8-5533-812FD07094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40830" y="2594010"/>
            <a:ext cx="2404578" cy="31693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9420AFE-950E-8A03-DC70-B87B00414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7322" y="838258"/>
            <a:ext cx="1907087" cy="58534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779EB8-48AB-E8B3-5B0E-7AC6786ED2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1730" y="1857034"/>
            <a:ext cx="1586143" cy="45757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2B8FF781-B594-06CD-EC4A-9CF8D0C627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371" t="34670" r="12418" b="38022"/>
          <a:stretch>
            <a:fillRect/>
          </a:stretch>
        </p:blipFill>
        <p:spPr>
          <a:xfrm>
            <a:off x="3407996" y="879080"/>
            <a:ext cx="2110965" cy="503701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35542273-356E-C07F-8208-864BD951F6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3482304" y="131607"/>
            <a:ext cx="2224351" cy="503706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68CC0A1-702E-C3A0-5E58-F953FA1EFD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9128" y="167032"/>
            <a:ext cx="2366279" cy="43285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16ACE9B-DFC6-9AD6-FF52-F5D65CDC71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8424" y="3280888"/>
            <a:ext cx="1465605" cy="461766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149E893D-D482-6BEE-64DD-CEB19D1D11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3870" t="13758" r="14181" b="13385"/>
          <a:stretch>
            <a:fillRect/>
          </a:stretch>
        </p:blipFill>
        <p:spPr>
          <a:xfrm>
            <a:off x="279128" y="913333"/>
            <a:ext cx="896384" cy="43519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6EF5807-AA05-59B9-A03F-B525DB7C965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3426" t="8849" r="5021" b="9599"/>
          <a:stretch>
            <a:fillRect/>
          </a:stretch>
        </p:blipFill>
        <p:spPr>
          <a:xfrm>
            <a:off x="5777012" y="3277771"/>
            <a:ext cx="1648048" cy="46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0CA1160-36DA-51D0-E8DD-244E55C66C9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691" t="20375" r="19382" b="19905"/>
          <a:stretch>
            <a:fillRect/>
          </a:stretch>
        </p:blipFill>
        <p:spPr>
          <a:xfrm>
            <a:off x="8898454" y="1793945"/>
            <a:ext cx="588637" cy="53322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B386E92-2208-2880-31B2-B1736A4899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1195" y="201202"/>
            <a:ext cx="1524774" cy="364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高德地图logo">
            <a:extLst>
              <a:ext uri="{FF2B5EF4-FFF2-40B4-BE49-F238E27FC236}">
                <a16:creationId xmlns:a16="http://schemas.microsoft.com/office/drawing/2014/main" id="{F30FE727-A6AE-4A00-463D-3DFFA5C8A1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4" t="12648" r="8100" b="16755"/>
          <a:stretch>
            <a:fillRect/>
          </a:stretch>
        </p:blipFill>
        <p:spPr bwMode="auto">
          <a:xfrm>
            <a:off x="3121823" y="2518478"/>
            <a:ext cx="1848368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bout - Vingroup Company">
            <a:extLst>
              <a:ext uri="{FF2B5EF4-FFF2-40B4-BE49-F238E27FC236}">
                <a16:creationId xmlns:a16="http://schemas.microsoft.com/office/drawing/2014/main" id="{E8C9CAE3-09E2-1033-3B07-EA7C0792E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829" y="1866598"/>
            <a:ext cx="2967160" cy="438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43FC978A-CE97-C1BA-57B3-CF4C9FF3FB5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46606" y="2543433"/>
            <a:ext cx="1293579" cy="418090"/>
          </a:xfrm>
          <a:prstGeom prst="rect">
            <a:avLst/>
          </a:prstGeom>
        </p:spPr>
      </p:pic>
      <p:pic>
        <p:nvPicPr>
          <p:cNvPr id="18" name="Picture 4" descr="文档中心">
            <a:extLst>
              <a:ext uri="{FF2B5EF4-FFF2-40B4-BE49-F238E27FC236}">
                <a16:creationId xmlns:a16="http://schemas.microsoft.com/office/drawing/2014/main" id="{45B50817-66A2-0F2D-5EC9-213978DF3F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0" t="25424" r="17197" b="25633"/>
          <a:stretch>
            <a:fillRect/>
          </a:stretch>
        </p:blipFill>
        <p:spPr bwMode="auto">
          <a:xfrm>
            <a:off x="3143942" y="3277771"/>
            <a:ext cx="178970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ita Dynamics (Beijing) Technology Co., Ltd._Baiduwiki">
            <a:extLst>
              <a:ext uri="{FF2B5EF4-FFF2-40B4-BE49-F238E27FC236}">
                <a16:creationId xmlns:a16="http://schemas.microsoft.com/office/drawing/2014/main" id="{28FD848C-4471-3686-FD6C-B8F97229DE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7" t="22082" r="13186" b="19595"/>
          <a:stretch>
            <a:fillRect/>
          </a:stretch>
        </p:blipFill>
        <p:spPr bwMode="auto">
          <a:xfrm>
            <a:off x="8733547" y="2518478"/>
            <a:ext cx="918453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 descr="File:Intel logo (2006-2020).svg - Wikimedia Commons">
            <a:extLst>
              <a:ext uri="{FF2B5EF4-FFF2-40B4-BE49-F238E27FC236}">
                <a16:creationId xmlns:a16="http://schemas.microsoft.com/office/drawing/2014/main" id="{7D01A70D-3C7A-A52E-D1D2-14886AA069F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543552" y="103488"/>
            <a:ext cx="850746" cy="559945"/>
          </a:xfrm>
          <a:prstGeom prst="rect">
            <a:avLst/>
          </a:prstGeom>
        </p:spPr>
      </p:pic>
      <p:pic>
        <p:nvPicPr>
          <p:cNvPr id="16" name="图片 15" descr="Kunlunxin - Wikipedia">
            <a:extLst>
              <a:ext uri="{FF2B5EF4-FFF2-40B4-BE49-F238E27FC236}">
                <a16:creationId xmlns:a16="http://schemas.microsoft.com/office/drawing/2014/main" id="{2D61D03C-097E-48C4-BA9C-7C5C2BA8FA8A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4011" t="7424" r="4929" b="7772"/>
          <a:stretch>
            <a:fillRect/>
          </a:stretch>
        </p:blipFill>
        <p:spPr>
          <a:xfrm>
            <a:off x="1473873" y="869459"/>
            <a:ext cx="1635762" cy="522942"/>
          </a:xfrm>
          <a:prstGeom prst="rect">
            <a:avLst/>
          </a:prstGeom>
        </p:spPr>
      </p:pic>
      <p:pic>
        <p:nvPicPr>
          <p:cNvPr id="21" name="图片 20" descr="世纪华通旗下基金领投贝塔无限新一轮融资，押注消费级通用具身智能">
            <a:extLst>
              <a:ext uri="{FF2B5EF4-FFF2-40B4-BE49-F238E27FC236}">
                <a16:creationId xmlns:a16="http://schemas.microsoft.com/office/drawing/2014/main" id="{0E806B49-9F34-B45F-4683-11CE8089E069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17712" t="38909" r="17115" b="34818"/>
          <a:stretch>
            <a:fillRect/>
          </a:stretch>
        </p:blipFill>
        <p:spPr>
          <a:xfrm>
            <a:off x="279128" y="3277771"/>
            <a:ext cx="2021451" cy="46800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B03C9EDA-00D9-B52C-F9AE-4F5F52FF0E5D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3112" t="33092" r="3700" b="27044"/>
          <a:stretch>
            <a:fillRect/>
          </a:stretch>
        </p:blipFill>
        <p:spPr>
          <a:xfrm>
            <a:off x="7216601" y="2550957"/>
            <a:ext cx="1040530" cy="403042"/>
          </a:xfrm>
          <a:prstGeom prst="rect">
            <a:avLst/>
          </a:prstGeom>
        </p:spPr>
      </p:pic>
      <p:pic>
        <p:nvPicPr>
          <p:cNvPr id="100" name="Biren Technology" descr="壁仞科技 / BIREN TECHNOLOGY">
            <a:extLst>
              <a:ext uri="{FF2B5EF4-FFF2-40B4-BE49-F238E27FC236}">
                <a16:creationId xmlns:a16="http://schemas.microsoft.com/office/drawing/2014/main" id="{48B33105-2852-5FB5-3CA4-7D35EA6A8A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22771" y="874324"/>
            <a:ext cx="1796241" cy="513212"/>
          </a:xfrm>
          <a:prstGeom prst="rect">
            <a:avLst/>
          </a:prstGeom>
        </p:spPr>
      </p:pic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FF468620-0AC0-2013-3E57-FC8445870CF5}"/>
              </a:ext>
            </a:extLst>
          </p:cNvPr>
          <p:cNvCxnSpPr/>
          <p:nvPr/>
        </p:nvCxnSpPr>
        <p:spPr>
          <a:xfrm>
            <a:off x="240829" y="1661276"/>
            <a:ext cx="957818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92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0</Words>
  <Application>Microsoft Macintosh PowerPoint</Application>
  <PresentationFormat>自定义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11</cp:revision>
  <dcterms:created xsi:type="dcterms:W3CDTF">2026-03-20T05:53:04Z</dcterms:created>
  <dcterms:modified xsi:type="dcterms:W3CDTF">2026-09-22T11:38:33Z</dcterms:modified>
</cp:coreProperties>
</file>