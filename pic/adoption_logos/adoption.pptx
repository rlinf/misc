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06"/>
    <p:restoredTop sz="94597"/>
  </p:normalViewPr>
  <p:slideViewPr>
    <p:cSldViewPr snapToGrid="0">
      <p:cViewPr>
        <p:scale>
          <a:sx n="83" d="100"/>
          <a:sy n="83" d="100"/>
        </p:scale>
        <p:origin x="440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2026/6/17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EB0309D-8104-200B-9E07-E367F7E9AB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5627338" y="582995"/>
            <a:ext cx="2697824" cy="46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786DBC9-111F-9FB1-46A9-32113F806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761381" y="658826"/>
            <a:ext cx="2731298" cy="360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2A720D6-E24D-C300-69B3-9BED89135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66" y="1365111"/>
            <a:ext cx="1524774" cy="4680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3C43218-0962-6866-FA66-9214F47D2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821" y="614442"/>
            <a:ext cx="1497493" cy="4320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2102840-5AA3-83DC-2EA8-C1E2A255B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986" b="19317"/>
          <a:stretch>
            <a:fillRect/>
          </a:stretch>
        </p:blipFill>
        <p:spPr>
          <a:xfrm>
            <a:off x="204464" y="654995"/>
            <a:ext cx="2450710" cy="3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1790C4-D082-6E8F-5B7A-7A1A342647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371" t="34670" r="12418" b="38022"/>
          <a:stretch>
            <a:fillRect/>
          </a:stretch>
        </p:blipFill>
        <p:spPr>
          <a:xfrm>
            <a:off x="2356325" y="1365111"/>
            <a:ext cx="1961345" cy="468000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84EE99EC-71FF-F3E3-348F-52E1D05CF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4824955" y="1365111"/>
            <a:ext cx="2066676" cy="468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269FE35-C4B8-7154-6E5C-11728C94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98915" y="1365111"/>
            <a:ext cx="2558399" cy="4680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F5F10CC-841A-A4AB-F381-D9ECD445F9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266" y="2179396"/>
            <a:ext cx="1485391" cy="468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9F77CDC-EAD5-9896-CC8B-7F9E766D235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3870" t="13758" r="14181" b="13385"/>
          <a:stretch>
            <a:fillRect/>
          </a:stretch>
        </p:blipFill>
        <p:spPr>
          <a:xfrm>
            <a:off x="2575001" y="2179396"/>
            <a:ext cx="963953" cy="468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CDC36FC-A42E-2E49-D21A-221942802DF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426" t="8849" r="5021" b="9599"/>
          <a:stretch>
            <a:fillRect/>
          </a:stretch>
        </p:blipFill>
        <p:spPr>
          <a:xfrm>
            <a:off x="4304298" y="2179396"/>
            <a:ext cx="1648048" cy="46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4D3A0D7-27AE-C3E5-E95B-68A220802F8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4691" t="20375" r="19382" b="19905"/>
          <a:stretch>
            <a:fillRect/>
          </a:stretch>
        </p:blipFill>
        <p:spPr>
          <a:xfrm>
            <a:off x="6717690" y="2179396"/>
            <a:ext cx="516632" cy="46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CCF0391-A786-7B3D-47FB-7B9C7B3DB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9667" y="2179396"/>
            <a:ext cx="195764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高德地图logo">
            <a:extLst>
              <a:ext uri="{FF2B5EF4-FFF2-40B4-BE49-F238E27FC236}">
                <a16:creationId xmlns:a16="http://schemas.microsoft.com/office/drawing/2014/main" id="{B7B45763-A296-20E5-096F-34F16D17E0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4" t="12648" r="8100" b="16755"/>
          <a:stretch>
            <a:fillRect/>
          </a:stretch>
        </p:blipFill>
        <p:spPr bwMode="auto">
          <a:xfrm>
            <a:off x="324266" y="2923349"/>
            <a:ext cx="1848368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bout - Vingroup Company">
            <a:extLst>
              <a:ext uri="{FF2B5EF4-FFF2-40B4-BE49-F238E27FC236}">
                <a16:creationId xmlns:a16="http://schemas.microsoft.com/office/drawing/2014/main" id="{0A3329B4-47E5-2254-71B7-56FB36300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3343" y="2923349"/>
            <a:ext cx="3167163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A27ED8F-264C-5776-AC9F-B9B3E945E29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33641" y="2923349"/>
            <a:ext cx="1448000" cy="468000"/>
          </a:xfrm>
          <a:prstGeom prst="rect">
            <a:avLst/>
          </a:prstGeom>
        </p:spPr>
      </p:pic>
      <p:pic>
        <p:nvPicPr>
          <p:cNvPr id="18" name="Picture 4" descr="文档中心">
            <a:extLst>
              <a:ext uri="{FF2B5EF4-FFF2-40B4-BE49-F238E27FC236}">
                <a16:creationId xmlns:a16="http://schemas.microsoft.com/office/drawing/2014/main" id="{95E91AB5-B259-7790-131C-49FEC7A3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0" t="25424" r="17197" b="25633"/>
          <a:stretch>
            <a:fillRect/>
          </a:stretch>
        </p:blipFill>
        <p:spPr bwMode="auto">
          <a:xfrm>
            <a:off x="8167607" y="2923349"/>
            <a:ext cx="178970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ita Dynamics (Beijing) Technology Co., Ltd._Baiduwiki">
            <a:extLst>
              <a:ext uri="{FF2B5EF4-FFF2-40B4-BE49-F238E27FC236}">
                <a16:creationId xmlns:a16="http://schemas.microsoft.com/office/drawing/2014/main" id="{3C7B266C-8953-1422-4099-4010888B79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7" t="22082" r="13186" b="19595"/>
          <a:stretch>
            <a:fillRect/>
          </a:stretch>
        </p:blipFill>
        <p:spPr bwMode="auto">
          <a:xfrm>
            <a:off x="324266" y="3667302"/>
            <a:ext cx="918453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602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9</cp:revision>
  <dcterms:created xsi:type="dcterms:W3CDTF">2026-03-20T05:53:04Z</dcterms:created>
  <dcterms:modified xsi:type="dcterms:W3CDTF">2026-06-17T11:21:28Z</dcterms:modified>
</cp:coreProperties>
</file>