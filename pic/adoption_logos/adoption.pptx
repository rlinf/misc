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45"/>
    <p:restoredTop sz="94586"/>
  </p:normalViewPr>
  <p:slideViewPr>
    <p:cSldViewPr snapToGrid="0">
      <p:cViewPr>
        <p:scale>
          <a:sx n="66" d="100"/>
          <a:sy n="66" d="100"/>
        </p:scale>
        <p:origin x="2184" y="1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jpe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582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658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1365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614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654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1365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1365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1365111"/>
            <a:ext cx="2558399" cy="4680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5F10CC-841A-A4AB-F381-D9ECD445F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266" y="2179396"/>
            <a:ext cx="1485391" cy="468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9F77CDC-EAD5-9896-CC8B-7F9E766D23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3870" t="13758" r="14181" b="13385"/>
          <a:stretch>
            <a:fillRect/>
          </a:stretch>
        </p:blipFill>
        <p:spPr>
          <a:xfrm>
            <a:off x="2575001" y="2179396"/>
            <a:ext cx="963953" cy="46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DC36FC-A42E-2E49-D21A-221942802DF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426" t="8849" r="5021" b="9599"/>
          <a:stretch>
            <a:fillRect/>
          </a:stretch>
        </p:blipFill>
        <p:spPr>
          <a:xfrm>
            <a:off x="4304298" y="2179396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4D3A0D7-27AE-C3E5-E95B-68A220802F8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4691" t="20375" r="19382" b="19905"/>
          <a:stretch>
            <a:fillRect/>
          </a:stretch>
        </p:blipFill>
        <p:spPr>
          <a:xfrm>
            <a:off x="6717690" y="2179396"/>
            <a:ext cx="516632" cy="46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CCF0391-A786-7B3D-47FB-7B9C7B3DB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9667" y="2179396"/>
            <a:ext cx="195764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高德地图logo">
            <a:extLst>
              <a:ext uri="{FF2B5EF4-FFF2-40B4-BE49-F238E27FC236}">
                <a16:creationId xmlns:a16="http://schemas.microsoft.com/office/drawing/2014/main" id="{B7B45763-A296-20E5-096F-34F16D17E0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" t="12648" r="8100" b="16755"/>
          <a:stretch>
            <a:fillRect/>
          </a:stretch>
        </p:blipFill>
        <p:spPr bwMode="auto">
          <a:xfrm>
            <a:off x="324266" y="2923349"/>
            <a:ext cx="1848368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bout - Vingroup Company">
            <a:extLst>
              <a:ext uri="{FF2B5EF4-FFF2-40B4-BE49-F238E27FC236}">
                <a16:creationId xmlns:a16="http://schemas.microsoft.com/office/drawing/2014/main" id="{0A3329B4-47E5-2254-71B7-56FB36300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343" y="2923349"/>
            <a:ext cx="316716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A27ED8F-264C-5776-AC9F-B9B3E945E29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3641" y="2923349"/>
            <a:ext cx="1448000" cy="468000"/>
          </a:xfrm>
          <a:prstGeom prst="rect">
            <a:avLst/>
          </a:prstGeom>
        </p:spPr>
      </p:pic>
      <p:pic>
        <p:nvPicPr>
          <p:cNvPr id="18" name="Picture 4" descr="文档中心">
            <a:extLst>
              <a:ext uri="{FF2B5EF4-FFF2-40B4-BE49-F238E27FC236}">
                <a16:creationId xmlns:a16="http://schemas.microsoft.com/office/drawing/2014/main" id="{95E91AB5-B259-7790-131C-49FEC7A3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0" t="25424" r="17197" b="25633"/>
          <a:stretch>
            <a:fillRect/>
          </a:stretch>
        </p:blipFill>
        <p:spPr bwMode="auto">
          <a:xfrm>
            <a:off x="8167607" y="2923349"/>
            <a:ext cx="178970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ita Dynamics (Beijing) Technology Co., Ltd._Baiduwiki">
            <a:extLst>
              <a:ext uri="{FF2B5EF4-FFF2-40B4-BE49-F238E27FC236}">
                <a16:creationId xmlns:a16="http://schemas.microsoft.com/office/drawing/2014/main" id="{3C7B266C-8953-1422-4099-4010888B79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7" t="22082" r="13186" b="19595"/>
          <a:stretch>
            <a:fillRect/>
          </a:stretch>
        </p:blipFill>
        <p:spPr bwMode="auto">
          <a:xfrm>
            <a:off x="324266" y="3691397"/>
            <a:ext cx="91845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 descr="File:Intel logo (2006-2020).svg - Wikimedia Commons">
            <a:extLst>
              <a:ext uri="{FF2B5EF4-FFF2-40B4-BE49-F238E27FC236}">
                <a16:creationId xmlns:a16="http://schemas.microsoft.com/office/drawing/2014/main" id="{996C534F-D070-6C9D-52CA-822D9CD647E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01243" y="3637672"/>
            <a:ext cx="874303" cy="575450"/>
          </a:xfrm>
          <a:prstGeom prst="rect">
            <a:avLst/>
          </a:prstGeom>
        </p:spPr>
      </p:pic>
      <p:pic>
        <p:nvPicPr>
          <p:cNvPr id="16" name="图片 15" descr="Kunlunxin - Wikipedia">
            <a:extLst>
              <a:ext uri="{FF2B5EF4-FFF2-40B4-BE49-F238E27FC236}">
                <a16:creationId xmlns:a16="http://schemas.microsoft.com/office/drawing/2014/main" id="{6FB6793E-DA14-6999-9DC6-C6143FD94F88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4011" t="7424" r="4929" b="7772"/>
          <a:stretch>
            <a:fillRect/>
          </a:stretch>
        </p:blipFill>
        <p:spPr>
          <a:xfrm>
            <a:off x="3634070" y="3673397"/>
            <a:ext cx="1576512" cy="504000"/>
          </a:xfrm>
          <a:prstGeom prst="rect">
            <a:avLst/>
          </a:prstGeom>
        </p:spPr>
      </p:pic>
      <p:pic>
        <p:nvPicPr>
          <p:cNvPr id="21" name="图片 20" descr="世纪华通旗下基金领投贝塔无限新一轮融资，押注消费级通用具身智能">
            <a:extLst>
              <a:ext uri="{FF2B5EF4-FFF2-40B4-BE49-F238E27FC236}">
                <a16:creationId xmlns:a16="http://schemas.microsoft.com/office/drawing/2014/main" id="{2EA3EE31-223A-BC37-1FCE-B5FC147C6589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17712" t="38909" r="17115" b="34818"/>
          <a:stretch>
            <a:fillRect/>
          </a:stretch>
        </p:blipFill>
        <p:spPr>
          <a:xfrm>
            <a:off x="5969106" y="3691397"/>
            <a:ext cx="2021451" cy="4680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98072538-67CC-BE59-9D78-B7CFFDABF7D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112" t="33092" r="3700" b="27044"/>
          <a:stretch>
            <a:fillRect/>
          </a:stretch>
        </p:blipFill>
        <p:spPr>
          <a:xfrm>
            <a:off x="8749082" y="3691397"/>
            <a:ext cx="1208232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10</cp:revision>
  <dcterms:created xsi:type="dcterms:W3CDTF">2026-03-20T05:53:04Z</dcterms:created>
  <dcterms:modified xsi:type="dcterms:W3CDTF">2026-07-23T10:51:41Z</dcterms:modified>
</cp:coreProperties>
</file>